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8" r:id="rId4"/>
    <p:sldId id="263" r:id="rId5"/>
    <p:sldId id="259" r:id="rId6"/>
    <p:sldId id="260" r:id="rId7"/>
    <p:sldId id="261" r:id="rId8"/>
    <p:sldId id="262"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2" d="100"/>
          <a:sy n="92" d="100"/>
        </p:scale>
        <p:origin x="64" y="1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2" Type="http://schemas.openxmlformats.org/officeDocument/2006/relationships/tableStyles" Target="tableStyles.xml"/><Relationship Id="rId11" Type="http://schemas.openxmlformats.org/officeDocument/2006/relationships/viewProps" Target="viewProps.xml"/><Relationship Id="rId10" Type="http://schemas.openxmlformats.org/officeDocument/2006/relationships/presProps" Target="presProps.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zh-CN" altLang="en-US"/>
              <a:t>单击此处编辑母版标题样式</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36B3D514-DFB1-43A7-B7E1-C6252EF16C99}" type="datetimeFigureOut">
              <a:rPr lang="zh-CN" altLang="en-US" smtClean="0"/>
            </a:fld>
            <a:endParaRPr lang="zh-CN" altLang="en-US"/>
          </a:p>
        </p:txBody>
      </p:sp>
      <p:sp>
        <p:nvSpPr>
          <p:cNvPr id="5" name="Footer Placeholder 4"/>
          <p:cNvSpPr>
            <a:spLocks noGrp="1"/>
          </p:cNvSpPr>
          <p:nvPr>
            <p:ph type="ftr" sz="quarter" idx="11"/>
          </p:nvPr>
        </p:nvSpPr>
        <p:spPr>
          <a:xfrm>
            <a:off x="2416500" y="329307"/>
            <a:ext cx="4973915" cy="309201"/>
          </a:xfrm>
        </p:spPr>
        <p:txBody>
          <a:bodyPr/>
          <a:lstStyle/>
          <a:p>
            <a:endParaRPr lang="zh-CN" altLang="en-US"/>
          </a:p>
        </p:txBody>
      </p:sp>
      <p:sp>
        <p:nvSpPr>
          <p:cNvPr id="6" name="Slide Number Placeholder 5"/>
          <p:cNvSpPr>
            <a:spLocks noGrp="1"/>
          </p:cNvSpPr>
          <p:nvPr>
            <p:ph type="sldNum" sz="quarter" idx="12"/>
          </p:nvPr>
        </p:nvSpPr>
        <p:spPr>
          <a:xfrm>
            <a:off x="1437664" y="798973"/>
            <a:ext cx="811019" cy="503578"/>
          </a:xfrm>
        </p:spPr>
        <p:txBody>
          <a:bodyPr/>
          <a:lstStyle/>
          <a:p>
            <a:fld id="{B81BDAA4-E19B-45C0-9279-2114180D3CEC}" type="slidenum">
              <a:rPr lang="zh-CN" altLang="en-US" smtClean="0"/>
            </a:fld>
            <a:endParaRPr lang="zh-CN" alt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ncho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36B3D514-DFB1-43A7-B7E1-C6252EF16C99}"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81BDAA4-E19B-45C0-9279-2114180D3CEC}" type="slidenum">
              <a:rPr lang="zh-CN" altLang="en-US" smtClean="0"/>
            </a:fld>
            <a:endParaRPr lang="zh-CN" alt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zh-CN" altLang="en-US"/>
              <a:t>单击此处编辑母版标题样式</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36B3D514-DFB1-43A7-B7E1-C6252EF16C99}"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81BDAA4-E19B-45C0-9279-2114180D3CEC}" type="slidenum">
              <a:rPr lang="zh-CN" altLang="en-US" smtClean="0"/>
            </a:fld>
            <a:endParaRPr lang="zh-CN" alt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Date Placeholder 4"/>
          <p:cNvSpPr>
            <a:spLocks noGrp="1"/>
          </p:cNvSpPr>
          <p:nvPr>
            <p:ph type="dt" sz="half" idx="10"/>
          </p:nvPr>
        </p:nvSpPr>
        <p:spPr/>
        <p:txBody>
          <a:bodyPr/>
          <a:lstStyle/>
          <a:p>
            <a:fld id="{36B3D514-DFB1-43A7-B7E1-C6252EF16C99}"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81BDAA4-E19B-45C0-9279-2114180D3CEC}" type="slidenum">
              <a:rPr lang="zh-CN" altLang="en-US" smtClean="0"/>
            </a:fld>
            <a:endParaRPr lang="zh-CN" alt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1447191" y="2824269"/>
            <a:ext cx="4645152" cy="2644457"/>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6412362" y="2821491"/>
            <a:ext cx="4645152" cy="2637371"/>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7" name="Date Placeholder 6"/>
          <p:cNvSpPr>
            <a:spLocks noGrp="1"/>
          </p:cNvSpPr>
          <p:nvPr>
            <p:ph type="dt" sz="half" idx="10"/>
          </p:nvPr>
        </p:nvSpPr>
        <p:spPr/>
        <p:txBody>
          <a:bodyPr/>
          <a:lstStyle/>
          <a:p>
            <a:fld id="{36B3D514-DFB1-43A7-B7E1-C6252EF16C99}" type="datetimeFigureOut">
              <a:rPr lang="zh-CN" altLang="en-US" smtClean="0"/>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B81BDAA4-E19B-45C0-9279-2114180D3CEC}" type="slidenum">
              <a:rPr lang="zh-CN" altLang="en-US" smtClean="0"/>
            </a:fld>
            <a:endParaRPr lang="zh-CN" alt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36B3D514-DFB1-43A7-B7E1-C6252EF16C99}" type="datetimeFigureOut">
              <a:rPr lang="zh-CN" altLang="en-US" smtClean="0"/>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B81BDAA4-E19B-45C0-9279-2114180D3CEC}" type="slidenum">
              <a:rPr lang="zh-CN" altLang="en-US" smtClean="0"/>
            </a:fld>
            <a:endParaRPr lang="zh-CN" alt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6B3D514-DFB1-43A7-B7E1-C6252EF16C99}" type="datetimeFigureOut">
              <a:rPr lang="zh-CN" altLang="en-US" smtClean="0"/>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B81BDAA4-E19B-45C0-9279-2114180D3CEC}"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zh-CN" altLang="en-US"/>
              <a:t>单击此处编辑母版标题样式</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36B3D514-DFB1-43A7-B7E1-C6252EF16C99}" type="datetimeFigureOut">
              <a:rPr lang="zh-CN" altLang="en-US" smtClean="0"/>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81BDAA4-E19B-45C0-9279-2114180D3CEC}" type="slidenum">
              <a:rPr lang="zh-CN" altLang="en-US" smtClean="0"/>
            </a:fld>
            <a:endParaRPr lang="zh-CN" alt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36B3D514-DFB1-43A7-B7E1-C6252EF16C99}" type="datetimeFigureOut">
              <a:rPr lang="zh-CN" altLang="en-US" smtClean="0"/>
            </a:fld>
            <a:endParaRPr lang="zh-CN" altLang="en-US"/>
          </a:p>
        </p:txBody>
      </p:sp>
      <p:sp>
        <p:nvSpPr>
          <p:cNvPr id="6" name="Footer Placeholder 5"/>
          <p:cNvSpPr>
            <a:spLocks noGrp="1"/>
          </p:cNvSpPr>
          <p:nvPr>
            <p:ph type="ftr" sz="quarter" idx="11"/>
          </p:nvPr>
        </p:nvSpPr>
        <p:spPr>
          <a:xfrm>
            <a:off x="1447382" y="318640"/>
            <a:ext cx="5541004" cy="320931"/>
          </a:xfrm>
        </p:spPr>
        <p:txBody>
          <a:bodyPr/>
          <a:lstStyle/>
          <a:p>
            <a:endParaRPr lang="zh-CN" altLang="en-US"/>
          </a:p>
        </p:txBody>
      </p:sp>
      <p:sp>
        <p:nvSpPr>
          <p:cNvPr id="7" name="Slide Number Placeholder 6"/>
          <p:cNvSpPr>
            <a:spLocks noGrp="1"/>
          </p:cNvSpPr>
          <p:nvPr>
            <p:ph type="sldNum" sz="quarter" idx="12"/>
          </p:nvPr>
        </p:nvSpPr>
        <p:spPr/>
        <p:txBody>
          <a:bodyPr/>
          <a:lstStyle/>
          <a:p>
            <a:fld id="{B81BDAA4-E19B-45C0-9279-2114180D3CEC}" type="slidenum">
              <a:rPr lang="zh-CN" altLang="en-US" smtClean="0"/>
            </a:fld>
            <a:endParaRPr lang="zh-CN" alt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36B3D514-DFB1-43A7-B7E1-C6252EF16C99}"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81BDAA4-E19B-45C0-9279-2114180D3CEC}" type="slidenum">
              <a:rPr lang="zh-CN" altLang="en-US" smtClean="0"/>
            </a:fld>
            <a:endParaRPr lang="zh-CN" alt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10"/>
          </p:nvPr>
        </p:nvSpPr>
        <p:spPr/>
        <p:txBody>
          <a:bodyPr/>
          <a:lstStyle/>
          <a:p>
            <a:fld id="{36B3D514-DFB1-43A7-B7E1-C6252EF16C99}" type="datetimeFigureOut">
              <a:rPr lang="zh-CN" altLang="en-US" smtClean="0"/>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81BDAA4-E19B-45C0-9279-2114180D3CEC}" type="slidenum">
              <a:rPr lang="zh-CN" altLang="en-US" smtClean="0"/>
            </a:fld>
            <a:endParaRPr lang="zh-CN" alt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2">
            <a:extLst>
              <a:ext uri="{28A0092B-C50C-407E-A947-70E740481C1C}">
                <a14:useLocalDpi xmlns:a14="http://schemas.microsoft.com/office/drawing/2010/main" val="0"/>
              </a:ext>
            </a:extLst>
          </a:blip>
          <a:srcRect t="1538" b="-1538"/>
          <a:stretch>
            <a:fillRect/>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36B3D514-DFB1-43A7-B7E1-C6252EF16C99}" type="datetimeFigureOut">
              <a:rPr lang="zh-CN" altLang="en-US" smtClean="0"/>
            </a:fld>
            <a:endParaRPr lang="zh-CN" alt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B81BDAA4-E19B-45C0-9279-2114180D3CEC}" type="slidenum">
              <a:rPr lang="zh-CN" altLang="en-US" smtClean="0"/>
            </a:fld>
            <a:endParaRPr lang="zh-CN" alt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a:t>图灵机实验报告</a:t>
            </a:r>
            <a:endParaRPr lang="zh-CN" altLang="en-US" dirty="0"/>
          </a:p>
        </p:txBody>
      </p:sp>
      <p:sp>
        <p:nvSpPr>
          <p:cNvPr id="3" name="副标题 2"/>
          <p:cNvSpPr>
            <a:spLocks noGrp="1"/>
          </p:cNvSpPr>
          <p:nvPr>
            <p:ph type="subTitle" idx="1"/>
          </p:nvPr>
        </p:nvSpPr>
        <p:spPr/>
        <p:txBody>
          <a:bodyPr/>
          <a:lstStyle/>
          <a:p>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大致的思路（</a:t>
            </a:r>
            <a:r>
              <a:rPr lang="en-US" altLang="zh-CN" dirty="0"/>
              <a:t>1</a:t>
            </a:r>
            <a:r>
              <a:rPr lang="zh-CN" altLang="en-US" dirty="0"/>
              <a:t>）</a:t>
            </a:r>
            <a:endParaRPr lang="zh-CN" altLang="en-US" dirty="0"/>
          </a:p>
        </p:txBody>
      </p:sp>
      <p:sp>
        <p:nvSpPr>
          <p:cNvPr id="3" name="内容占位符 2"/>
          <p:cNvSpPr>
            <a:spLocks noGrp="1"/>
          </p:cNvSpPr>
          <p:nvPr>
            <p:ph idx="1"/>
          </p:nvPr>
        </p:nvSpPr>
        <p:spPr/>
        <p:txBody>
          <a:bodyPr/>
          <a:lstStyle/>
          <a:p>
            <a:pPr marL="0" indent="0">
              <a:buNone/>
            </a:pPr>
            <a:r>
              <a:rPr lang="en-US" altLang="zh-CN" dirty="0"/>
              <a:t>1</a:t>
            </a:r>
            <a:r>
              <a:rPr lang="zh-CN" altLang="en-US" dirty="0"/>
              <a:t>、将进位通过返回的状态</a:t>
            </a:r>
            <a:r>
              <a:rPr lang="en-US" altLang="zh-CN" dirty="0" err="1"/>
              <a:t>qback</a:t>
            </a:r>
            <a:r>
              <a:rPr lang="zh-CN" altLang="en-US" dirty="0"/>
              <a:t>带回初始状态，完成进位。</a:t>
            </a:r>
            <a:endParaRPr lang="en-US" altLang="zh-CN" dirty="0"/>
          </a:p>
          <a:p>
            <a:pPr marL="0" indent="0">
              <a:buNone/>
            </a:pPr>
            <a:r>
              <a:rPr lang="en-US" altLang="zh-CN" dirty="0"/>
              <a:t>2</a:t>
            </a:r>
            <a:r>
              <a:rPr lang="zh-CN" altLang="en-US" dirty="0"/>
              <a:t>、将两个数字逐位相加，在等号右侧倒叙排列，然后再将数字反序。</a:t>
            </a:r>
            <a:endParaRPr lang="zh-CN"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大致的思路（</a:t>
            </a:r>
            <a:r>
              <a:rPr lang="en-US" altLang="zh-CN"/>
              <a:t>2</a:t>
            </a:r>
            <a:r>
              <a:rPr lang="zh-CN" altLang="en-US"/>
              <a:t>）</a:t>
            </a:r>
            <a:endParaRPr lang="zh-CN" altLang="en-US"/>
          </a:p>
        </p:txBody>
      </p:sp>
      <p:sp>
        <p:nvSpPr>
          <p:cNvPr id="3" name="内容占位符 2"/>
          <p:cNvSpPr>
            <a:spLocks noGrp="1"/>
          </p:cNvSpPr>
          <p:nvPr>
            <p:ph idx="1"/>
          </p:nvPr>
        </p:nvSpPr>
        <p:spPr/>
        <p:txBody>
          <a:bodyPr/>
          <a:p>
            <a:r>
              <a:rPr lang="en-US" altLang="zh-CN"/>
              <a:t>1.</a:t>
            </a:r>
            <a:r>
              <a:rPr lang="zh-CN" altLang="en-US"/>
              <a:t>第一题</a:t>
            </a:r>
            <a:r>
              <a:rPr lang="zh-CN" altLang="en-US"/>
              <a:t>代码平凡，不去赘述</a:t>
            </a:r>
            <a:endParaRPr lang="en-US" altLang="zh-CN"/>
          </a:p>
          <a:p>
            <a:r>
              <a:rPr lang="en-US" altLang="zh-CN"/>
              <a:t>2.</a:t>
            </a:r>
            <a:r>
              <a:rPr lang="zh-CN" altLang="en-US"/>
              <a:t>第二题中利用二进制的数字限制，将进位表达为</a:t>
            </a:r>
            <a:r>
              <a:rPr lang="en-US" altLang="zh-CN"/>
              <a:t>2</a:t>
            </a:r>
            <a:r>
              <a:rPr lang="zh-CN" altLang="en-US"/>
              <a:t>而非</a:t>
            </a:r>
            <a:r>
              <a:rPr lang="en-US" altLang="zh-CN"/>
              <a:t>0</a:t>
            </a:r>
            <a:r>
              <a:rPr lang="zh-CN" altLang="en-US"/>
              <a:t>与</a:t>
            </a:r>
            <a:r>
              <a:rPr lang="en-US" altLang="zh-CN"/>
              <a:t>1</a:t>
            </a:r>
            <a:r>
              <a:rPr lang="zh-CN" altLang="en-US"/>
              <a:t>，先行数值运算，再在最后一个循环中统一</a:t>
            </a:r>
            <a:r>
              <a:rPr lang="zh-CN" altLang="en-US"/>
              <a:t>进位</a:t>
            </a:r>
            <a:endParaRPr lang="zh-CN" altLang="en-US"/>
          </a:p>
          <a:p>
            <a:r>
              <a:rPr lang="en-US" altLang="zh-CN"/>
              <a:t>3.</a:t>
            </a:r>
            <a:r>
              <a:rPr lang="zh-CN" altLang="en-US"/>
              <a:t>第三题则采用直接进位，先在等号左边完成运算，再将数值搬运到</a:t>
            </a:r>
            <a:r>
              <a:rPr lang="zh-CN" altLang="en-US"/>
              <a:t>等号右边</a:t>
            </a:r>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遇到的困难</a:t>
            </a:r>
            <a:endParaRPr lang="zh-CN" altLang="en-US" dirty="0"/>
          </a:p>
        </p:txBody>
      </p:sp>
      <p:sp>
        <p:nvSpPr>
          <p:cNvPr id="3" name="内容占位符 2"/>
          <p:cNvSpPr>
            <a:spLocks noGrp="1"/>
          </p:cNvSpPr>
          <p:nvPr>
            <p:ph idx="1"/>
          </p:nvPr>
        </p:nvSpPr>
        <p:spPr/>
        <p:txBody>
          <a:bodyPr/>
          <a:lstStyle/>
          <a:p>
            <a:r>
              <a:rPr lang="en-US" altLang="zh-CN" dirty="0"/>
              <a:t>1</a:t>
            </a:r>
            <a:r>
              <a:rPr lang="zh-CN" altLang="en-US" dirty="0"/>
              <a:t>、一开始想直接让数字在等号右侧按照顺序排列，但是难以找到末尾，于是先将其倒叙排列，再反序。</a:t>
            </a:r>
            <a:endParaRPr lang="zh-CN" altLang="en-US" dirty="0"/>
          </a:p>
          <a:p>
            <a:r>
              <a:rPr lang="en-US" altLang="zh-CN" dirty="0"/>
              <a:t>2.</a:t>
            </a:r>
            <a:r>
              <a:rPr lang="zh-CN" altLang="en-US" dirty="0"/>
              <a:t>繁杂的代码使得一些难以被直接发现的</a:t>
            </a:r>
            <a:r>
              <a:rPr lang="en-US" altLang="zh-CN" dirty="0"/>
              <a:t>bug</a:t>
            </a:r>
            <a:r>
              <a:rPr lang="zh-CN" altLang="en-US" dirty="0"/>
              <a:t>诞生，只能通过大量数据测试来验明代码的</a:t>
            </a:r>
            <a:r>
              <a:rPr lang="zh-CN" altLang="en-US" dirty="0"/>
              <a:t>可靠性</a:t>
            </a:r>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优化方法</a:t>
            </a:r>
            <a:endParaRPr lang="zh-CN" altLang="en-US" dirty="0"/>
          </a:p>
        </p:txBody>
      </p:sp>
      <p:sp>
        <p:nvSpPr>
          <p:cNvPr id="3" name="内容占位符 2"/>
          <p:cNvSpPr>
            <a:spLocks noGrp="1"/>
          </p:cNvSpPr>
          <p:nvPr>
            <p:ph idx="1"/>
          </p:nvPr>
        </p:nvSpPr>
        <p:spPr/>
        <p:txBody>
          <a:bodyPr/>
          <a:lstStyle/>
          <a:p>
            <a:r>
              <a:rPr lang="en-US" altLang="zh-CN" dirty="0"/>
              <a:t>1</a:t>
            </a:r>
            <a:r>
              <a:rPr lang="zh-CN" altLang="en-US" dirty="0"/>
              <a:t>、减少所设变元</a:t>
            </a:r>
            <a:r>
              <a:rPr lang="zh-CN" altLang="en-US" dirty="0"/>
              <a:t>数量。很多状态函数其实可以用一个代替。</a:t>
            </a:r>
            <a:endParaRPr lang="en-US" altLang="zh-CN" dirty="0"/>
          </a:p>
          <a:p>
            <a:r>
              <a:rPr lang="en-US" altLang="zh-CN" dirty="0"/>
              <a:t>2</a:t>
            </a:r>
            <a:r>
              <a:rPr lang="zh-CN" altLang="en-US" dirty="0"/>
              <a:t>、奥卡姆剃刀原理：如无必要，</a:t>
            </a:r>
            <a:r>
              <a:rPr lang="zh-CN" altLang="en-US" dirty="0"/>
              <a:t>勿增实体。有些情况是不可能出现的，所以没有必要探讨这些问题，从而减少状态转移函数。</a:t>
            </a:r>
            <a:endParaRPr lang="en-US" altLang="zh-CN" dirty="0"/>
          </a:p>
          <a:p>
            <a:r>
              <a:rPr lang="en-US" altLang="zh-CN" dirty="0"/>
              <a:t>3</a:t>
            </a:r>
            <a:r>
              <a:rPr lang="zh-CN" altLang="en-US" dirty="0"/>
              <a:t>、充分考虑运算过程，构造更简单的</a:t>
            </a:r>
            <a:r>
              <a:rPr lang="zh-CN" altLang="en-US" dirty="0"/>
              <a:t>运算方法。比如之前方法直接在等号右侧倒叙运算，不如现在等号左侧顺序运算，最后挪到右侧，这样大约能节省一半的步骤。</a:t>
            </a:r>
            <a:endParaRPr lang="zh-CN"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图灵机功能强大的原因</a:t>
            </a:r>
            <a:endParaRPr lang="zh-CN" altLang="en-US" dirty="0"/>
          </a:p>
        </p:txBody>
      </p:sp>
      <p:sp>
        <p:nvSpPr>
          <p:cNvPr id="3" name="内容占位符 2"/>
          <p:cNvSpPr>
            <a:spLocks noGrp="1"/>
          </p:cNvSpPr>
          <p:nvPr>
            <p:ph idx="1"/>
          </p:nvPr>
        </p:nvSpPr>
        <p:spPr/>
        <p:txBody>
          <a:bodyPr/>
          <a:lstStyle/>
          <a:p>
            <a:r>
              <a:rPr lang="en-US" altLang="zh-CN"/>
              <a:t>1.</a:t>
            </a:r>
            <a:r>
              <a:rPr lang="zh-CN" altLang="en-US"/>
              <a:t>图灵机只需要有限的字符编码就可以进行一切人利用纸和笔能够进行的运算，并且无限长纸袋表明它的计算能力是极强的（比现代的的</a:t>
            </a:r>
            <a:r>
              <a:rPr lang="zh-CN" altLang="en-US"/>
              <a:t>计算机要</a:t>
            </a:r>
            <a:r>
              <a:rPr lang="zh-CN" altLang="en-US"/>
              <a:t>更加强大）</a:t>
            </a:r>
            <a:endParaRPr lang="zh-CN" altLang="en-US"/>
          </a:p>
          <a:p>
            <a:endParaRPr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编程思想</a:t>
            </a:r>
            <a:endParaRPr lang="zh-CN" altLang="en-US"/>
          </a:p>
        </p:txBody>
      </p:sp>
      <p:sp>
        <p:nvSpPr>
          <p:cNvPr id="3" name="内容占位符 2"/>
          <p:cNvSpPr>
            <a:spLocks noGrp="1"/>
          </p:cNvSpPr>
          <p:nvPr>
            <p:ph idx="1"/>
          </p:nvPr>
        </p:nvSpPr>
        <p:spPr/>
        <p:txBody>
          <a:bodyPr/>
          <a:lstStyle/>
          <a:p>
            <a:endParaRPr lang="zh-CN" altLang="en-US"/>
          </a:p>
        </p:txBody>
      </p:sp>
    </p:spTree>
  </p:cSld>
  <p:clrMapOvr>
    <a:masterClrMapping/>
  </p:clrMapOvr>
</p:sld>
</file>

<file path=ppt/theme/theme1.xml><?xml version="1.0" encoding="utf-8"?>
<a:theme xmlns:a="http://schemas.openxmlformats.org/drawingml/2006/main" name="画廊">
  <a:themeElements>
    <a:clrScheme name="画廊">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画廊">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画廊">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0</TotalTime>
  <Words>521</Words>
  <Application>WPS 演示</Application>
  <PresentationFormat>宽屏</PresentationFormat>
  <Paragraphs>31</Paragraphs>
  <Slides>7</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7</vt:i4>
      </vt:variant>
    </vt:vector>
  </HeadingPairs>
  <TitlesOfParts>
    <vt:vector size="17" baseType="lpstr">
      <vt:lpstr>Arial</vt:lpstr>
      <vt:lpstr>宋体</vt:lpstr>
      <vt:lpstr>Wingdings</vt:lpstr>
      <vt:lpstr>等线 Light</vt:lpstr>
      <vt:lpstr>Gill Sans MT</vt:lpstr>
      <vt:lpstr>等线</vt:lpstr>
      <vt:lpstr>微软雅黑</vt:lpstr>
      <vt:lpstr>Arial Unicode MS</vt:lpstr>
      <vt:lpstr>Calibri</vt:lpstr>
      <vt:lpstr>画廊</vt:lpstr>
      <vt:lpstr>图灵机实验报告</vt:lpstr>
      <vt:lpstr>大致的思路（1）</vt:lpstr>
      <vt:lpstr>PowerPoint 演示文稿</vt:lpstr>
      <vt:lpstr>遇到的困难</vt:lpstr>
      <vt:lpstr>优化方法</vt:lpstr>
      <vt:lpstr>图灵机功能强大的原因</vt:lpstr>
      <vt:lpstr>编程思想</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吴 子芃</dc:creator>
  <cp:lastModifiedBy>唐嘉良</cp:lastModifiedBy>
  <cp:revision>14</cp:revision>
  <dcterms:created xsi:type="dcterms:W3CDTF">2021-04-25T10:04:00Z</dcterms:created>
  <dcterms:modified xsi:type="dcterms:W3CDTF">2021-04-25T12:57:32Z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C09E6030566E44C78C497F58EE79B626</vt:lpwstr>
  </property>
  <property fmtid="{D5CDD505-2E9C-101B-9397-08002B2CF9AE}" pid="3" name="KSOProductBuildVer">
    <vt:lpwstr>2052-11.1.0.10495</vt:lpwstr>
  </property>
</Properties>
</file>